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9" r:id="rId9"/>
    <p:sldId id="270" r:id="rId10"/>
    <p:sldId id="268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66" d="100"/>
          <a:sy n="66" d="100"/>
        </p:scale>
        <p:origin x="2310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F4476-8B21-D5DC-7C01-33FB9475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CB982-7F01-A4D5-8053-319238B10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2FF67-CC75-FAC4-C87F-9E8398AF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6D62-020D-491F-8E89-863C58374180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240B2-2EAE-8243-7048-9F4B8499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1F2B5-EBF9-CB59-538B-BE5963B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C2D2-69EF-4404-8D57-BF7E50A6E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6776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F05E-76AB-D2BF-47B1-F5DF2099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20F8D-725D-CBAA-F93B-D75A571A7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7155F-8962-042F-115D-8034E6D0D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6D62-020D-491F-8E89-863C58374180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AF205-FFEA-6FB4-43DA-C8E77795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D5CA2-12F3-1F7B-AB48-254E98D75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C2D2-69EF-4404-8D57-BF7E50A6E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52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395EE-4333-4FA4-D43B-50C658A20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82E22-C3B3-7692-BED9-35AC57BB7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AD2B7-6188-F13F-51C0-B09EB063C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6D62-020D-491F-8E89-863C58374180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23E03-90BC-8969-A21B-84AAE9C2B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1BD14-9954-2036-6DDB-97D0350C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C2D2-69EF-4404-8D57-BF7E50A6E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782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D70C-51A8-7BE0-75CD-2A85FCDCC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F5B2A-6426-FB7F-0D9F-EA2FF00FD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7D185-0916-F416-670C-472FC80FB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A284F-6CCB-2AB4-E78D-EAE374815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6D62-020D-491F-8E89-863C58374180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578AF-3F61-D373-ABED-13A2FA1C4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85D73-5408-F2A0-944B-02B97DD7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C2D2-69EF-4404-8D57-BF7E50A6E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787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B523-BFB0-FCB0-0196-4A5175B86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7A5A2-6022-8D2D-9BD2-3E3F55450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7D0FE-A01B-77FC-6381-C7DEC28CB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BF879-CAF5-06AD-B0C2-A2B480902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54EFFF-3523-B41E-D8F9-43657641C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9A026-2388-A87D-C413-59AB62CC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6D62-020D-491F-8E89-863C58374180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9C804C-4583-9F2A-AB3B-E43C9ECD1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43E41E-034D-5D33-2194-34E70046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C2D2-69EF-4404-8D57-BF7E50A6E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057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30E2-413F-8BE7-C761-FE324AA7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F1647-D628-4255-9486-CCDF9927E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6D62-020D-491F-8E89-863C58374180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73A16-22FC-8E96-1BFA-8A5EF85B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34BD5-1E0B-C790-FDD5-E475C27B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C2D2-69EF-4404-8D57-BF7E50A6E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654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46DF25-A931-399C-0C08-5900F31CF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6D62-020D-491F-8E89-863C58374180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FF57B-0064-7001-35CD-C7C48312C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8FF0C-D3B2-0BFB-198B-AF8FCFBC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C2D2-69EF-4404-8D57-BF7E50A6E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41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9DCB-9BD5-C184-3FF0-9FD2EBCE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0B7F7-8306-38B9-6AAF-8C25AB330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027AC-B9B6-AF4E-A150-4B3FC90FF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57B00-D5F9-D1B0-32E2-82D9F72E1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6D62-020D-491F-8E89-863C58374180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DBDD0-10DB-159E-F881-33FECE266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0E957-B669-7DBC-9510-0621BA264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C2D2-69EF-4404-8D57-BF7E50A6E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55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5B14-0753-E29B-DE9A-06C4C4ECF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F3780E-5B86-07ED-DC77-29DFB2F56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8CBD9-54B8-EAC0-5EB0-2E1E6FAFF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CAB2A-4FAA-726E-6F46-7E1DF2B16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6D62-020D-491F-8E89-863C58374180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02BC9-7827-15DB-886C-1FE6A1EF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B9CE2-445B-364A-48EB-9EEF020C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C2D2-69EF-4404-8D57-BF7E50A6E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74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C2330-B72F-159A-F125-E805ECA8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3310A-096C-3F68-FDA2-63919B42A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BD052-1C6E-C3CA-25FB-E555441EF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6D62-020D-491F-8E89-863C58374180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6DC3B-00C0-377D-5C87-474D3AFD2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58A22-F7C7-AE36-A7E8-9C70FED1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C2D2-69EF-4404-8D57-BF7E50A6E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47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11B542-9859-BB55-6762-CDBA09558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75C5D-937D-C8AF-8591-8657A6BB3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5567F-5182-6CDF-FE32-A4DE499B1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D6D62-020D-491F-8E89-863C58374180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FF022-72D2-C568-6180-782B2956D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9AC4E-7D3D-5538-33AC-2398A673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C2D2-69EF-4404-8D57-BF7E50A6E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119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ACABF-F25F-DCB9-3B4B-1582D1BD6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EEEBF-7E91-55F9-4717-5FD73A347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61D82-38F5-A164-1620-228B917063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D6D62-020D-491F-8E89-863C58374180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38AB3-1881-BB70-0808-BD075302F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E26F8-FB3E-59F4-459B-DF53F2538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20C2D2-69EF-4404-8D57-BF7E50A6E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16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B6E56-CC5F-4781-1D8F-6722D82206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BOOK-STORE-FIGMA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EAE22-D3AB-D23F-4C13-6EAA707767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775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0D775-1F9C-1D6A-AC95-3615959A5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C8B253DF-9BCE-F8BF-0080-C22515D96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629" y="2281791"/>
            <a:ext cx="3886742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84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72B6CA-FD8F-882D-4722-8917F690C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067" y="0"/>
            <a:ext cx="71458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81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9DC7F2-DE8B-393A-B8B6-67C2FE3E1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0"/>
            <a:ext cx="5715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6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02EA3A-1D25-D52F-F92C-6A9DB1250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09" y="0"/>
            <a:ext cx="101663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0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65C501-B4EB-6494-D668-032C47060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762" y="0"/>
            <a:ext cx="7098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79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0C32CC-26C7-F58B-881D-9C34EA31F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60" y="0"/>
            <a:ext cx="116474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508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CEB6B9-0A6E-E36F-0DD3-E3BB49D5B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982" y="0"/>
            <a:ext cx="8450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485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471953-4750-2DB3-973D-EE4C23887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363" y="256732"/>
            <a:ext cx="7697274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33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71B4E-4A4D-3400-2C59-E6CD8FD09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826" y="0"/>
            <a:ext cx="5930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35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C9E63D-6D91-62F2-00E2-69799E860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679" y="2147708"/>
            <a:ext cx="6382641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47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DE8B6A-A001-028B-7809-C4A57AE3A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968" y="818785"/>
            <a:ext cx="7440063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96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BOOK-STORE-FIGMA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Abdulaziz Shemsedin</dc:creator>
  <cp:lastModifiedBy>Abdulaziz Shemsedin</cp:lastModifiedBy>
  <cp:revision>1</cp:revision>
  <dcterms:created xsi:type="dcterms:W3CDTF">2026-10-03T08:14:01Z</dcterms:created>
  <dcterms:modified xsi:type="dcterms:W3CDTF">2026-10-03T08:20:22Z</dcterms:modified>
</cp:coreProperties>
</file>